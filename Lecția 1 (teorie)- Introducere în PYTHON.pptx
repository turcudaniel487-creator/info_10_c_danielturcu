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7" r:id="rId5"/>
    <p:sldId id="259" r:id="rId6"/>
    <p:sldId id="257" r:id="rId7"/>
    <p:sldId id="266" r:id="rId8"/>
    <p:sldId id="260" r:id="rId9"/>
    <p:sldId id="261" r:id="rId10"/>
    <p:sldId id="262" r:id="rId11"/>
    <p:sldId id="263" r:id="rId12"/>
    <p:sldId id="265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14" y="7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F2546-7231-4D3F-883B-A5930C43368F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4F59C-74CC-43AB-858D-F39D0558F9A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99625AE3-6A70-44F5-8D90-0696B047E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287"/>
            <a:ext cx="9144000" cy="5345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53D9B570-08B4-4F80-9056-20E155EBD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78" y="147179"/>
            <a:ext cx="8735644" cy="65636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 descr="Top 10 Programming Languages - 2023 Updated List - InvoZo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96" name="AutoShape 4" descr="Top 10 Programming Languages - 2023 Updated List - InvoZo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E91C4310-3FA3-4107-AAEF-A12EBB15E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71"/>
            <a:ext cx="9144000" cy="67658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55AF5EEE-BC4A-4A67-B76A-84C69247F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931"/>
            <a:ext cx="9144000" cy="52061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7BA563B7-2BF4-426D-8C71-D405D7B23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9165"/>
            <a:ext cx="9144000" cy="5099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0A9DE607-4C5C-4F49-A481-6AD1A8793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0231"/>
            <a:ext cx="9144000" cy="51375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1941D1D5-52E8-422E-A22E-F2BA828D2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794"/>
            <a:ext cx="9144000" cy="5102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D8DC2B53-F23D-4A11-8546-035E49E95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1159"/>
            <a:ext cx="9144000" cy="50956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D45A21A4-9E2F-4BCE-9721-0A912DD38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427"/>
            <a:ext cx="9144000" cy="51751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D968FCD2-E782-436F-94EE-F461F8F62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1" y="156706"/>
            <a:ext cx="8726118" cy="65445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468788"/>
            <a:ext cx="7445702" cy="538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4" name="Picture 4" descr="TMS Software | Blog | TMS WEB Core for Visual Studio Code: Video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-69008"/>
            <a:ext cx="3240358" cy="16201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1572B642-7969-4085-9ED1-D62924A2D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" y="256732"/>
            <a:ext cx="9107171" cy="634453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CD2CD8E9-3D09-4014-9EFB-E5948EE79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005064"/>
            <a:ext cx="6773220" cy="2438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84E5A5F2-7F74-48E1-95FC-ED65BD7D03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72136"/>
            <a:ext cx="8915400" cy="5791200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EEFB5616-C1A1-45D8-9B4E-06AEE314C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350" y="0"/>
            <a:ext cx="394390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182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0</Words>
  <Application>Microsoft Office PowerPoint</Application>
  <PresentationFormat>Expunere pe ecran (4:3)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13</vt:i4>
      </vt:variant>
    </vt:vector>
  </HeadingPairs>
  <TitlesOfParts>
    <vt:vector size="16" baseType="lpstr">
      <vt:lpstr>Arial</vt:lpstr>
      <vt:lpstr>Calibri</vt:lpstr>
      <vt:lpstr>Тема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Vadim Betisor</dc:creator>
  <cp:lastModifiedBy>Betisor_Vadim</cp:lastModifiedBy>
  <cp:revision>15</cp:revision>
  <dcterms:created xsi:type="dcterms:W3CDTF">2020-07-27T17:45:27Z</dcterms:created>
  <dcterms:modified xsi:type="dcterms:W3CDTF">2026-09-07T06:13:39Z</dcterms:modified>
</cp:coreProperties>
</file>