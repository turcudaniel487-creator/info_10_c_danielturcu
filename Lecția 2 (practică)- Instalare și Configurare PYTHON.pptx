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9" autoAdjust="0"/>
    <p:restoredTop sz="94687" autoAdjust="0"/>
  </p:normalViewPr>
  <p:slideViewPr>
    <p:cSldViewPr>
      <p:cViewPr varScale="1">
        <p:scale>
          <a:sx n="74" d="100"/>
          <a:sy n="74" d="100"/>
        </p:scale>
        <p:origin x="-90" y="-6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419A8-6D85-456E-B073-BE813419A222}" type="datetimeFigureOut">
              <a:rPr lang="ru-RU" smtClean="0"/>
              <a:pPr/>
              <a:t>10.09.2023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7989B-BD40-423C-B50B-77327AA1EF1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404664"/>
            <a:ext cx="7772400" cy="1470025"/>
          </a:xfrm>
        </p:spPr>
        <p:txBody>
          <a:bodyPr/>
          <a:lstStyle/>
          <a:p>
            <a:r>
              <a:rPr lang="ro-MO" dirty="0" smtClean="0"/>
              <a:t>Instalare și Configurare PYTHON</a:t>
            </a:r>
            <a:endParaRPr lang="ru-RU" dirty="0"/>
          </a:p>
        </p:txBody>
      </p:sp>
      <p:pic>
        <p:nvPicPr>
          <p:cNvPr id="4098" name="Picture 2" descr="Python - Wikiversit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132856"/>
            <a:ext cx="2304256" cy="2304256"/>
          </a:xfrm>
          <a:prstGeom prst="rect">
            <a:avLst/>
          </a:prstGeom>
          <a:noFill/>
        </p:spPr>
      </p:pic>
      <p:pic>
        <p:nvPicPr>
          <p:cNvPr id="4100" name="Picture 4" descr="Microsoft launches Visual Studio Online public preview and ML.NET 1.4 |  VentureBea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1988840"/>
            <a:ext cx="4301208" cy="2150604"/>
          </a:xfrm>
          <a:prstGeom prst="rect">
            <a:avLst/>
          </a:prstGeom>
          <a:noFill/>
        </p:spPr>
      </p:pic>
      <p:sp>
        <p:nvSpPr>
          <p:cNvPr id="4102" name="AutoShape 6" descr="Git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104" name="AutoShape 8" descr="Git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6" name="Picture 10" descr="GIT : ligne de commande - Developpeur / integrateur web (Growth Hacker)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725144"/>
            <a:ext cx="2560168" cy="1920126"/>
          </a:xfrm>
          <a:prstGeom prst="rect">
            <a:avLst/>
          </a:prstGeom>
          <a:noFill/>
        </p:spPr>
      </p:pic>
      <p:pic>
        <p:nvPicPr>
          <p:cNvPr id="4108" name="Picture 12" descr="GitHub – How to use it and why – Black Men Codi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4653136"/>
            <a:ext cx="3327338" cy="18372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o-MO" sz="3600" dirty="0" smtClean="0"/>
              <a:t>1. Descărcați</a:t>
            </a:r>
            <a:r>
              <a:rPr lang="en-US" sz="3600" dirty="0" smtClean="0"/>
              <a:t> </a:t>
            </a:r>
            <a:r>
              <a:rPr lang="ro-MO" sz="3600" dirty="0" smtClean="0"/>
              <a:t>PYTHON</a:t>
            </a:r>
            <a:r>
              <a:rPr lang="en-US" sz="3600" dirty="0" smtClean="0"/>
              <a:t> (</a:t>
            </a:r>
            <a:r>
              <a:rPr lang="en-US" sz="3600" dirty="0" err="1"/>
              <a:t>ultima</a:t>
            </a:r>
            <a:r>
              <a:rPr lang="en-US" sz="3600" dirty="0"/>
              <a:t> </a:t>
            </a:r>
            <a:r>
              <a:rPr lang="en-US" sz="3600" dirty="0" err="1"/>
              <a:t>versiune</a:t>
            </a:r>
            <a:r>
              <a:rPr lang="en-US" sz="3600" dirty="0"/>
              <a:t>)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en-US" sz="3600" u="sng" dirty="0">
                <a:hlinkClick r:id="rId2"/>
              </a:rPr>
              <a:t>https://www.python.org/downloads/</a:t>
            </a:r>
            <a:r>
              <a:rPr lang="ru-RU" sz="3600" dirty="0"/>
              <a:t/>
            </a:r>
            <a:br>
              <a:rPr lang="ru-RU" sz="3600" dirty="0"/>
            </a:br>
            <a:endParaRPr lang="ru-RU" sz="36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268760"/>
            <a:ext cx="7870906" cy="5605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o-MO" sz="3600" dirty="0"/>
              <a:t>2</a:t>
            </a:r>
            <a:r>
              <a:rPr lang="ro-MO" sz="3600" dirty="0" smtClean="0"/>
              <a:t>. Instalați</a:t>
            </a:r>
            <a:r>
              <a:rPr lang="en-US" sz="3600" dirty="0" smtClean="0"/>
              <a:t> </a:t>
            </a:r>
            <a:r>
              <a:rPr lang="ro-MO" sz="3600" dirty="0" smtClean="0"/>
              <a:t>PYTHON</a:t>
            </a:r>
            <a:endParaRPr lang="ru-RU" sz="3600" dirty="0"/>
          </a:p>
        </p:txBody>
      </p:sp>
      <p:pic>
        <p:nvPicPr>
          <p:cNvPr id="7" name="Image1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83568" y="980728"/>
            <a:ext cx="770485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568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MO" sz="2800" dirty="0" smtClean="0"/>
              <a:t>3. </a:t>
            </a:r>
            <a:r>
              <a:rPr lang="en-US" sz="2800" dirty="0" err="1" smtClean="0"/>
              <a:t>Instala</a:t>
            </a:r>
            <a:r>
              <a:rPr lang="ro-MO" sz="2800" dirty="0" smtClean="0"/>
              <a:t>ț</a:t>
            </a:r>
            <a:r>
              <a:rPr lang="en-US" sz="2800" dirty="0" err="1" smtClean="0"/>
              <a:t>i</a:t>
            </a:r>
            <a:r>
              <a:rPr lang="en-US" sz="2800" dirty="0" smtClean="0"/>
              <a:t> editor</a:t>
            </a:r>
            <a:r>
              <a:rPr lang="ro-MO" sz="2800" dirty="0" smtClean="0"/>
              <a:t>ul</a:t>
            </a:r>
            <a:r>
              <a:rPr lang="en-US" sz="2800" dirty="0" smtClean="0"/>
              <a:t> </a:t>
            </a:r>
            <a:r>
              <a:rPr lang="en-US" sz="2800" dirty="0"/>
              <a:t>de cod (VS code)</a:t>
            </a:r>
            <a:endParaRPr lang="ru-RU" sz="2800" dirty="0"/>
          </a:p>
          <a:p>
            <a:pPr algn="ctr"/>
            <a:r>
              <a:rPr lang="en-US" sz="2800" u="sng" dirty="0">
                <a:hlinkClick r:id="rId2"/>
              </a:rPr>
              <a:t>https://code.visualstudio.com/</a:t>
            </a:r>
            <a:endParaRPr lang="ru-RU" sz="2800" dirty="0"/>
          </a:p>
          <a:p>
            <a:endParaRPr lang="ru-RU" sz="28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1210440"/>
            <a:ext cx="8964488" cy="564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isual Studio Code - How to download and install VS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20688"/>
            <a:ext cx="4421370" cy="3429000"/>
          </a:xfrm>
          <a:prstGeom prst="rect">
            <a:avLst/>
          </a:prstGeom>
          <a:noFill/>
        </p:spPr>
      </p:pic>
      <p:pic>
        <p:nvPicPr>
          <p:cNvPr id="17410" name="Picture 2" descr="Visual Studio Code - How to download and install VS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91025" y="2492896"/>
            <a:ext cx="4752975" cy="36861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o-MO" sz="3600" dirty="0" smtClean="0"/>
              <a:t>4</a:t>
            </a:r>
            <a:r>
              <a:rPr lang="en-US" sz="3600" dirty="0" smtClean="0"/>
              <a:t>. </a:t>
            </a:r>
            <a:r>
              <a:rPr lang="en-US" sz="3600" dirty="0" err="1"/>
              <a:t>Instalați</a:t>
            </a:r>
            <a:r>
              <a:rPr lang="en-US" sz="3600" dirty="0"/>
              <a:t> GIT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en-US" sz="3600" u="sng" dirty="0">
                <a:hlinkClick r:id="rId2"/>
              </a:rPr>
              <a:t>https://git-scm.com/downloads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268760"/>
            <a:ext cx="7848872" cy="5530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Windows Git Installation - P.T.C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340768"/>
            <a:ext cx="6912768" cy="5332316"/>
          </a:xfrm>
          <a:prstGeom prst="rect">
            <a:avLst/>
          </a:prstGeom>
          <a:noFill/>
        </p:spPr>
      </p:pic>
      <p:pic>
        <p:nvPicPr>
          <p:cNvPr id="19460" name="Picture 4" descr="All the Git and Version Control Class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6891" y="72008"/>
            <a:ext cx="1595669" cy="11967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MO" sz="3600" dirty="0" smtClean="0"/>
              <a:t>5</a:t>
            </a:r>
            <a:r>
              <a:rPr lang="en-US" sz="3600" dirty="0" smtClean="0"/>
              <a:t>. </a:t>
            </a:r>
            <a:r>
              <a:rPr lang="en-US" sz="3600" dirty="0" err="1" smtClean="0"/>
              <a:t>Crea</a:t>
            </a:r>
            <a:r>
              <a:rPr lang="ro-MO" sz="3600" dirty="0" smtClean="0"/>
              <a:t>ț</a:t>
            </a:r>
            <a:r>
              <a:rPr lang="en-US" sz="3600" dirty="0" err="1" smtClean="0"/>
              <a:t>i</a:t>
            </a:r>
            <a:r>
              <a:rPr lang="en-US" sz="3600" dirty="0" smtClean="0"/>
              <a:t> </a:t>
            </a:r>
            <a:r>
              <a:rPr lang="en-US" sz="3600" dirty="0"/>
              <a:t>un cont </a:t>
            </a:r>
            <a:r>
              <a:rPr lang="en-US" sz="3600" dirty="0" err="1"/>
              <a:t>pe</a:t>
            </a:r>
            <a:r>
              <a:rPr lang="en-US" sz="3600" dirty="0"/>
              <a:t> GITHUB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en-US" sz="3600" u="sng" dirty="0">
                <a:hlinkClick r:id="rId2"/>
              </a:rPr>
              <a:t>https://github.com/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392" y="1054189"/>
            <a:ext cx="8521834" cy="5769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75" y="681038"/>
            <a:ext cx="39052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2655"/>
            <a:ext cx="9144000" cy="6079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" y="834430"/>
            <a:ext cx="9112679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46</Words>
  <Application>Microsoft Office PowerPoint</Application>
  <PresentationFormat>Экран (4:3)</PresentationFormat>
  <Paragraphs>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Instalare și Configurare PYTHON</vt:lpstr>
      <vt:lpstr>1. Descărcați PYTHON (ultima versiune) https://www.python.org/downloads/ </vt:lpstr>
      <vt:lpstr>2. Instalați PYTHON</vt:lpstr>
      <vt:lpstr>Слайд 4</vt:lpstr>
      <vt:lpstr>Слайд 5</vt:lpstr>
      <vt:lpstr>4. Instalați GIT https://git-scm.com/downloads </vt:lpstr>
      <vt:lpstr>Слайд 7</vt:lpstr>
      <vt:lpstr>5. Creați un cont pe GITHUB https://github.com/ 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Instalare și Configurare PYTHON</dc:title>
  <dc:creator>Vadim Betisor</dc:creator>
  <cp:lastModifiedBy>Vadim Betisor</cp:lastModifiedBy>
  <cp:revision>4</cp:revision>
  <dcterms:created xsi:type="dcterms:W3CDTF">2020-08-31T16:41:04Z</dcterms:created>
  <dcterms:modified xsi:type="dcterms:W3CDTF">2023-09-10T17:58:41Z</dcterms:modified>
</cp:coreProperties>
</file>